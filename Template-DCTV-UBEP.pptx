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1" r:id="rId2"/>
  </p:sldMasterIdLst>
  <p:notesMasterIdLst>
    <p:notesMasterId r:id="rId6"/>
  </p:notesMasterIdLst>
  <p:handoutMasterIdLst>
    <p:handoutMasterId r:id="rId7"/>
  </p:handoutMasterIdLst>
  <p:sldIdLst>
    <p:sldId id="258" r:id="rId3"/>
    <p:sldId id="371" r:id="rId4"/>
    <p:sldId id="370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100"/>
    <a:srgbClr val="A10001"/>
    <a:srgbClr val="AA0004"/>
    <a:srgbClr val="AB00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44"/>
    <p:restoredTop sz="97831"/>
  </p:normalViewPr>
  <p:slideViewPr>
    <p:cSldViewPr snapToGrid="0" showGuides="1">
      <p:cViewPr varScale="1">
        <p:scale>
          <a:sx n="84" d="100"/>
          <a:sy n="84" d="100"/>
        </p:scale>
        <p:origin x="83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90012" cy="90012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DBB46658-6137-6593-E3D5-52E02283D45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93AC37B-46DE-3CEE-0AB6-1972D717090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56D87F-6909-5F49-870F-0E43CEF70EC1}" type="datetimeFigureOut">
              <a:rPr lang="it-IT" smtClean="0"/>
              <a:t>26/08/2026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E11C83E-0DDA-5D3B-3779-4B43F4E5757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52B3F15-7617-F668-AD14-6B78481A65F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46FA9C-C949-3C47-848C-167EE7CE3D1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435350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16ADA0-77CB-904D-AF2A-64B531AE72E2}" type="datetimeFigureOut">
              <a:rPr lang="it-IT" smtClean="0"/>
              <a:t>26/08/2026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0573D1-1DAE-8D46-8E72-DD65396A930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3163189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Quando</a:t>
            </a:r>
            <a:r>
              <a:rPr lang="it-IT" baseline="0" dirty="0"/>
              <a:t> viene inserita un’immagine, può essere inserito un testo alternativo che consenta ad una sintesi vocale di leggerla, procedendo in questo modo: cliccare con tasto destro sul campo in cui è inserita l’immagine, dal menu selezionare «Formato immagine», si apre il menu a destra e si clicca sull’icona «Dimensioni e Proprietà», si seleziona «Testo Alternativo» e si inserisce la descrizione dell’immagine, come da esempio.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baseline="0" dirty="0"/>
              <a:t>Per immagini puramente decorative è possibile utilizzare la funzione «Testo Alternativo» specificando nella casella di testo: «Immagine decorativa». Non inserire mai testo all’interno delle immagini.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baseline="0" dirty="0"/>
              <a:t>Per Mac: per inserire testo alternativo cliccare con tasto destro sull’immagine, nel menu selezionare «Testo Alternativo», si apre una finestra dove è possibile inserire il testo alternativo.</a:t>
            </a:r>
            <a:endParaRPr lang="it-IT" dirty="0"/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0573D1-1DAE-8D46-8E72-DD65396A930B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0160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i b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olo 10">
            <a:extLst>
              <a:ext uri="{FF2B5EF4-FFF2-40B4-BE49-F238E27FC236}">
                <a16:creationId xmlns:a16="http://schemas.microsoft.com/office/drawing/2014/main" id="{4BD770A6-2608-ACD9-E0E0-3CC3CCB179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Titolo slide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DA5CE3E-92B8-47CB-BB87-EC10F8D3A6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1838" y="1423344"/>
            <a:ext cx="10728324" cy="829406"/>
          </a:xfrm>
        </p:spPr>
        <p:txBody>
          <a:bodyPr>
            <a:normAutofit/>
          </a:bodyPr>
          <a:lstStyle>
            <a:lvl1pPr marL="0" indent="0" algn="l">
              <a:buNone/>
              <a:defRPr sz="2000" b="1" baseline="0">
                <a:solidFill>
                  <a:srgbClr val="C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dirty="0"/>
              <a:t>Fare clic per modificare il titolo del contenuto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878E82A-9569-686A-83DA-B54DE473B59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31838" y="2652409"/>
            <a:ext cx="10728325" cy="3507970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buNone/>
              <a:defRPr sz="1600">
                <a:latin typeface="+mn-lt"/>
              </a:defRPr>
            </a:lvl1pPr>
          </a:lstStyle>
          <a:p>
            <a:r>
              <a:rPr lang="it-IT" sz="1800" dirty="0">
                <a:solidFill>
                  <a:schemeClr val="tx1"/>
                </a:solidFill>
              </a:rPr>
              <a:t>Fare clic per modificare il corpo del testo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2AFEC183-2B62-84F7-1A7C-AECB64E8BF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480587"/>
            <a:ext cx="11460162" cy="377413"/>
          </a:xfrm>
        </p:spPr>
        <p:txBody>
          <a:bodyPr wrap="none" lIns="827999">
            <a:noAutofit/>
          </a:bodyPr>
          <a:lstStyle>
            <a:lvl1pPr>
              <a:buNone/>
              <a:defRPr sz="1000" b="0" i="0" baseline="0">
                <a:solidFill>
                  <a:schemeClr val="bg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it-IT" sz="1600" dirty="0">
                <a:solidFill>
                  <a:schemeClr val="bg1">
                    <a:lumMod val="50000"/>
                  </a:schemeClr>
                </a:solidFill>
              </a:rPr>
              <a:t>Nome della struttura Organizzativa – Dipartimento, Scuola, Centro ecc.</a:t>
            </a:r>
          </a:p>
        </p:txBody>
      </p:sp>
      <p:cxnSp>
        <p:nvCxnSpPr>
          <p:cNvPr id="13" name="Connettore dritto 12">
            <a:extLst>
              <a:ext uri="{FF2B5EF4-FFF2-40B4-BE49-F238E27FC236}">
                <a16:creationId xmlns:a16="http://schemas.microsoft.com/office/drawing/2014/main" id="{759CD4D0-D807-7F9E-DE98-54B11D741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1152" y="6458642"/>
            <a:ext cx="11529697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0603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neu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10">
            <a:extLst>
              <a:ext uri="{FF2B5EF4-FFF2-40B4-BE49-F238E27FC236}">
                <a16:creationId xmlns:a16="http://schemas.microsoft.com/office/drawing/2014/main" id="{0B28F28D-E132-7461-591D-2331CC43C9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66" y="0"/>
            <a:ext cx="7182196" cy="66761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Titolo slide</a:t>
            </a:r>
          </a:p>
        </p:txBody>
      </p:sp>
      <p:sp>
        <p:nvSpPr>
          <p:cNvPr id="4" name="Sottotitolo 2">
            <a:extLst>
              <a:ext uri="{FF2B5EF4-FFF2-40B4-BE49-F238E27FC236}">
                <a16:creationId xmlns:a16="http://schemas.microsoft.com/office/drawing/2014/main" id="{9F9C96A2-B9C7-CD99-071F-4613941A11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1837" y="1423344"/>
            <a:ext cx="10728325" cy="829406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rgbClr val="C001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dirty="0"/>
              <a:t>Fare clic per modificare il titolo del contenuto</a:t>
            </a:r>
          </a:p>
        </p:txBody>
      </p:sp>
      <p:sp>
        <p:nvSpPr>
          <p:cNvPr id="2" name="Segnaposto testo 9">
            <a:extLst>
              <a:ext uri="{FF2B5EF4-FFF2-40B4-BE49-F238E27FC236}">
                <a16:creationId xmlns:a16="http://schemas.microsoft.com/office/drawing/2014/main" id="{1E7C8F36-E602-7E89-BA2B-08DE9262AE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480587"/>
            <a:ext cx="11460162" cy="377413"/>
          </a:xfrm>
        </p:spPr>
        <p:txBody>
          <a:bodyPr wrap="none" lIns="827999">
            <a:noAutofit/>
          </a:bodyPr>
          <a:lstStyle>
            <a:lvl1pPr>
              <a:buNone/>
              <a:defRPr sz="1000" b="0" i="0" baseline="0">
                <a:solidFill>
                  <a:schemeClr val="bg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it-IT" sz="1600" dirty="0">
                <a:solidFill>
                  <a:schemeClr val="bg1">
                    <a:lumMod val="50000"/>
                  </a:schemeClr>
                </a:solidFill>
              </a:rPr>
              <a:t>Nome della struttura Organizzativa – Dipartimento, Scuola, Centro ecc.</a:t>
            </a:r>
          </a:p>
        </p:txBody>
      </p:sp>
      <p:cxnSp>
        <p:nvCxnSpPr>
          <p:cNvPr id="3" name="Connettore dritto 2">
            <a:extLst>
              <a:ext uri="{FF2B5EF4-FFF2-40B4-BE49-F238E27FC236}">
                <a16:creationId xmlns:a16="http://schemas.microsoft.com/office/drawing/2014/main" id="{1C104274-6D6C-B8DE-EC1F-84155939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1152" y="6458642"/>
            <a:ext cx="11529697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4365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10">
            <a:extLst>
              <a:ext uri="{FF2B5EF4-FFF2-40B4-BE49-F238E27FC236}">
                <a16:creationId xmlns:a16="http://schemas.microsoft.com/office/drawing/2014/main" id="{0B28F28D-E132-7461-591D-2331CC43C9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66" y="0"/>
            <a:ext cx="7182196" cy="66761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Titolo slide</a:t>
            </a:r>
          </a:p>
        </p:txBody>
      </p:sp>
    </p:spTree>
    <p:extLst>
      <p:ext uri="{BB962C8B-B14F-4D97-AF65-F5344CB8AC3E}">
        <p14:creationId xmlns:p14="http://schemas.microsoft.com/office/powerpoint/2010/main" val="6300870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con una colon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0">
            <a:extLst>
              <a:ext uri="{FF2B5EF4-FFF2-40B4-BE49-F238E27FC236}">
                <a16:creationId xmlns:a16="http://schemas.microsoft.com/office/drawing/2014/main" id="{482C6F8A-201E-6E59-7582-C851A9BD7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66" y="0"/>
            <a:ext cx="7182196" cy="66761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Titolo slide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E5AA7D10-E81C-BEBD-D7FF-464781544E8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31838" y="1412878"/>
            <a:ext cx="10728325" cy="1223960"/>
          </a:xfrm>
        </p:spPr>
        <p:txBody>
          <a:bodyPr/>
          <a:lstStyle>
            <a:lvl1pPr>
              <a:buNone/>
              <a:defRPr sz="1400"/>
            </a:lvl1pPr>
          </a:lstStyle>
          <a:p>
            <a:pPr lvl="0"/>
            <a:r>
              <a:rPr lang="it-IT" dirty="0"/>
              <a:t>immagine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78EE355C-F562-8977-9017-A9D417437A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1839" y="3429000"/>
            <a:ext cx="6614254" cy="2978150"/>
          </a:xfrm>
        </p:spPr>
        <p:txBody>
          <a:bodyPr lIns="0">
            <a:normAutofit/>
          </a:bodyPr>
          <a:lstStyle>
            <a:lvl1pPr marL="0" algn="l">
              <a:buFontTx/>
              <a:buNone/>
              <a:defRPr lang="it-IT" sz="1600" smtClean="0">
                <a:effectLst/>
              </a:defRPr>
            </a:lvl1pPr>
            <a:lvl2pPr marL="360000" marR="0" indent="0" algn="l" defTabSz="914400" rtl="0" eaLnBrk="1" fontAlgn="auto" latinLnBrk="0" hangingPunct="1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baseline="0">
                <a:latin typeface="+mn-lt"/>
              </a:defRPr>
            </a:lvl2pPr>
            <a:lvl3pPr marL="0" algn="l">
              <a:buFontTx/>
              <a:buNone/>
              <a:defRPr sz="1600">
                <a:latin typeface="+mn-lt"/>
              </a:defRPr>
            </a:lvl3pPr>
            <a:lvl4pPr marL="0" algn="l">
              <a:buFontTx/>
              <a:buNone/>
              <a:defRPr sz="1600">
                <a:latin typeface="+mn-lt"/>
              </a:defRPr>
            </a:lvl4pPr>
            <a:lvl5pPr marL="0" algn="l">
              <a:buFontTx/>
              <a:buNone/>
              <a:defRPr sz="1600">
                <a:latin typeface="+mn-lt"/>
              </a:defRPr>
            </a:lvl5pPr>
          </a:lstStyle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dirty="0"/>
          </a:p>
        </p:txBody>
      </p:sp>
      <p:sp>
        <p:nvSpPr>
          <p:cNvPr id="11" name="Segnaposto contenuto 7">
            <a:extLst>
              <a:ext uri="{FF2B5EF4-FFF2-40B4-BE49-F238E27FC236}">
                <a16:creationId xmlns:a16="http://schemas.microsoft.com/office/drawing/2014/main" id="{0FF06A33-633D-1AB6-D85C-117666527B14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541971" y="3429000"/>
            <a:ext cx="3918190" cy="2978150"/>
          </a:xfrm>
        </p:spPr>
        <p:txBody>
          <a:bodyPr/>
          <a:lstStyle>
            <a:lvl1pPr>
              <a:buNone/>
              <a:defRPr sz="1400"/>
            </a:lvl1pPr>
          </a:lstStyle>
          <a:p>
            <a:pPr lvl="0"/>
            <a:r>
              <a:rPr lang="it-IT" dirty="0"/>
              <a:t>immagine</a:t>
            </a:r>
          </a:p>
        </p:txBody>
      </p:sp>
      <p:sp>
        <p:nvSpPr>
          <p:cNvPr id="3" name="Segnaposto testo 9">
            <a:extLst>
              <a:ext uri="{FF2B5EF4-FFF2-40B4-BE49-F238E27FC236}">
                <a16:creationId xmlns:a16="http://schemas.microsoft.com/office/drawing/2014/main" id="{01031A78-0146-528E-F2BC-CFB131A8C2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6480587"/>
            <a:ext cx="11460161" cy="377413"/>
          </a:xfrm>
        </p:spPr>
        <p:txBody>
          <a:bodyPr wrap="none" lIns="827999">
            <a:noAutofit/>
          </a:bodyPr>
          <a:lstStyle>
            <a:lvl1pPr>
              <a:buNone/>
              <a:defRPr sz="1000" b="0" i="0" baseline="0">
                <a:solidFill>
                  <a:schemeClr val="bg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it-IT" sz="1600" dirty="0">
                <a:solidFill>
                  <a:schemeClr val="bg1">
                    <a:lumMod val="50000"/>
                  </a:schemeClr>
                </a:solidFill>
              </a:rPr>
              <a:t>Nome della struttura Organizzativa – Dipartimento, Scuola, Centro ecc.</a:t>
            </a:r>
          </a:p>
        </p:txBody>
      </p:sp>
      <p:cxnSp>
        <p:nvCxnSpPr>
          <p:cNvPr id="4" name="Connettore dritto 3">
            <a:extLst>
              <a:ext uri="{FF2B5EF4-FFF2-40B4-BE49-F238E27FC236}">
                <a16:creationId xmlns:a16="http://schemas.microsoft.com/office/drawing/2014/main" id="{5A8B5D1F-84F1-F101-8517-15D317BA2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1152" y="6458642"/>
            <a:ext cx="11529697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27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con due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0">
            <a:extLst>
              <a:ext uri="{FF2B5EF4-FFF2-40B4-BE49-F238E27FC236}">
                <a16:creationId xmlns:a16="http://schemas.microsoft.com/office/drawing/2014/main" id="{482C6F8A-201E-6E59-7582-C851A9BD7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66" y="0"/>
            <a:ext cx="7182196" cy="66761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Titolo slide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E5AA7D10-E81C-BEBD-D7FF-464781544E8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31838" y="1412876"/>
            <a:ext cx="10728325" cy="1223962"/>
          </a:xfrm>
        </p:spPr>
        <p:txBody>
          <a:bodyPr/>
          <a:lstStyle>
            <a:lvl1pPr>
              <a:buNone/>
              <a:defRPr sz="1400"/>
            </a:lvl1pPr>
          </a:lstStyle>
          <a:p>
            <a:pPr lvl="0"/>
            <a:r>
              <a:rPr lang="it-IT" dirty="0"/>
              <a:t>immagine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78EE355C-F562-8977-9017-A9D417437A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838" y="3429000"/>
            <a:ext cx="10728325" cy="2657248"/>
          </a:xfrm>
        </p:spPr>
        <p:txBody>
          <a:bodyPr lIns="0" numCol="2" spcCol="360000">
            <a:noAutofit/>
          </a:bodyPr>
          <a:lstStyle>
            <a:lvl1pPr marL="0" algn="l">
              <a:buFontTx/>
              <a:buNone/>
              <a:defRPr lang="it-IT" sz="1600" smtClean="0">
                <a:effectLst/>
              </a:defRPr>
            </a:lvl1pPr>
            <a:lvl2pPr marL="0" marR="0" indent="0" algn="l" defTabSz="914400" rtl="0" eaLnBrk="1" fontAlgn="auto" latinLnBrk="0" hangingPunct="1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0" algn="l">
              <a:buFontTx/>
              <a:buNone/>
              <a:defRPr sz="1600">
                <a:latin typeface="+mn-lt"/>
              </a:defRPr>
            </a:lvl3pPr>
            <a:lvl4pPr marL="0" algn="l">
              <a:buFontTx/>
              <a:buNone/>
              <a:defRPr sz="1600">
                <a:latin typeface="+mn-lt"/>
              </a:defRPr>
            </a:lvl4pPr>
            <a:lvl5pPr marL="0" algn="l">
              <a:buFontTx/>
              <a:buNone/>
              <a:defRPr sz="1600">
                <a:latin typeface="+mn-lt"/>
              </a:defRPr>
            </a:lvl5pPr>
          </a:lstStyle>
          <a:p>
            <a:pPr lvl="1"/>
            <a:r>
              <a:rPr lang="it-IT" dirty="0"/>
              <a:t>Fare clic per inserire il testo su due colonne</a:t>
            </a:r>
          </a:p>
        </p:txBody>
      </p:sp>
      <p:sp>
        <p:nvSpPr>
          <p:cNvPr id="3" name="Segnaposto testo 9">
            <a:extLst>
              <a:ext uri="{FF2B5EF4-FFF2-40B4-BE49-F238E27FC236}">
                <a16:creationId xmlns:a16="http://schemas.microsoft.com/office/drawing/2014/main" id="{FFD8F3AF-1B44-7735-307C-12C4061931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6480587"/>
            <a:ext cx="11460163" cy="377413"/>
          </a:xfrm>
        </p:spPr>
        <p:txBody>
          <a:bodyPr wrap="none" lIns="827999">
            <a:noAutofit/>
          </a:bodyPr>
          <a:lstStyle>
            <a:lvl1pPr>
              <a:buNone/>
              <a:defRPr sz="1000" b="0" i="0" baseline="0">
                <a:solidFill>
                  <a:schemeClr val="bg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it-IT" sz="1600" dirty="0">
                <a:solidFill>
                  <a:schemeClr val="bg1">
                    <a:lumMod val="50000"/>
                  </a:schemeClr>
                </a:solidFill>
              </a:rPr>
              <a:t>Nome della struttura Organizzativa – Dipartimento, Scuola, Centro ecc.</a:t>
            </a:r>
          </a:p>
        </p:txBody>
      </p:sp>
      <p:cxnSp>
        <p:nvCxnSpPr>
          <p:cNvPr id="4" name="Connettore dritto 3">
            <a:extLst>
              <a:ext uri="{FF2B5EF4-FFF2-40B4-BE49-F238E27FC236}">
                <a16:creationId xmlns:a16="http://schemas.microsoft.com/office/drawing/2014/main" id="{17B120AD-5A46-C1F2-5888-F24AE00E9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1152" y="6458642"/>
            <a:ext cx="11529697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9496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con immagine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10">
            <a:extLst>
              <a:ext uri="{FF2B5EF4-FFF2-40B4-BE49-F238E27FC236}">
                <a16:creationId xmlns:a16="http://schemas.microsoft.com/office/drawing/2014/main" id="{883CF3F2-4666-D488-0FA3-1EF4227437BC}"/>
              </a:ext>
            </a:extLst>
          </p:cNvPr>
          <p:cNvSpPr txBox="1">
            <a:spLocks/>
          </p:cNvSpPr>
          <p:nvPr userDrawn="1"/>
        </p:nvSpPr>
        <p:spPr>
          <a:xfrm>
            <a:off x="4680066" y="0"/>
            <a:ext cx="7182196" cy="66761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it-IT" dirty="0"/>
              <a:t>Titolo slide</a:t>
            </a:r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7B3C2837-4C86-1F1D-7325-69ABCD773D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1837" y="1429871"/>
            <a:ext cx="10728325" cy="2936875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79CD733-8937-E6B6-1960-063F99AF0F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8" y="4589463"/>
            <a:ext cx="10728324" cy="150018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8" name="Segnaposto testo 9">
            <a:extLst>
              <a:ext uri="{FF2B5EF4-FFF2-40B4-BE49-F238E27FC236}">
                <a16:creationId xmlns:a16="http://schemas.microsoft.com/office/drawing/2014/main" id="{7C3EFEAE-981D-5937-E6C3-3C535EE7C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480587"/>
            <a:ext cx="11460162" cy="377413"/>
          </a:xfrm>
        </p:spPr>
        <p:txBody>
          <a:bodyPr wrap="none" lIns="827999">
            <a:noAutofit/>
          </a:bodyPr>
          <a:lstStyle>
            <a:lvl1pPr>
              <a:buNone/>
              <a:defRPr sz="1000" b="0" i="0" baseline="0">
                <a:solidFill>
                  <a:schemeClr val="bg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it-IT" sz="1600" dirty="0">
                <a:solidFill>
                  <a:schemeClr val="bg1">
                    <a:lumMod val="50000"/>
                  </a:schemeClr>
                </a:solidFill>
              </a:rPr>
              <a:t>Nome della struttura Organizzativa – Dipartimento, Scuola, Centro ecc.</a:t>
            </a:r>
          </a:p>
        </p:txBody>
      </p:sp>
      <p:cxnSp>
        <p:nvCxnSpPr>
          <p:cNvPr id="9" name="Connettore dritto 8">
            <a:extLst>
              <a:ext uri="{FF2B5EF4-FFF2-40B4-BE49-F238E27FC236}">
                <a16:creationId xmlns:a16="http://schemas.microsoft.com/office/drawing/2014/main" id="{6CFF42D6-49C0-4D54-60D1-D719A9DDF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1152" y="6458642"/>
            <a:ext cx="11529697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0909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10">
            <a:extLst>
              <a:ext uri="{FF2B5EF4-FFF2-40B4-BE49-F238E27FC236}">
                <a16:creationId xmlns:a16="http://schemas.microsoft.com/office/drawing/2014/main" id="{71F79F89-FFF9-D382-E66E-746C360BE1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66" y="0"/>
            <a:ext cx="7182196" cy="66761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Titolo slide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336524C-EA9E-9617-66F0-F15E901F70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3214" y="141287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20000"/>
              </a:lnSpc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20000"/>
              </a:lnSpc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20000"/>
              </a:lnSpc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20000"/>
              </a:lnSpc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DB4FB39-9D47-A2FE-FDBF-F2FBC1C4AC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8563" y="1412875"/>
            <a:ext cx="5181600" cy="4351338"/>
          </a:xfrm>
        </p:spPr>
        <p:txBody>
          <a:bodyPr/>
          <a:lstStyle>
            <a:lvl1pPr>
              <a:lnSpc>
                <a:spcPct val="120000"/>
              </a:lnSpc>
              <a:defRPr sz="1400"/>
            </a:lvl1pPr>
            <a:lvl2pPr>
              <a:lnSpc>
                <a:spcPct val="120000"/>
              </a:lnSpc>
              <a:defRPr sz="1400" b="0" i="0">
                <a:latin typeface="Arial" panose="020B0604020202020204" pitchFamily="34" charset="0"/>
              </a:defRPr>
            </a:lvl2pPr>
            <a:lvl3pPr>
              <a:lnSpc>
                <a:spcPct val="120000"/>
              </a:lnSpc>
              <a:defRPr sz="1400" b="0" i="0">
                <a:latin typeface="Arial" panose="020B0604020202020204" pitchFamily="34" charset="0"/>
              </a:defRPr>
            </a:lvl3pPr>
            <a:lvl4pPr>
              <a:lnSpc>
                <a:spcPct val="120000"/>
              </a:lnSpc>
              <a:defRPr sz="1400" b="0" i="0">
                <a:latin typeface="Arial" panose="020B0604020202020204" pitchFamily="34" charset="0"/>
              </a:defRPr>
            </a:lvl4pPr>
            <a:lvl5pPr>
              <a:lnSpc>
                <a:spcPct val="120000"/>
              </a:lnSpc>
              <a:defRPr sz="1400"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2" name="Segnaposto testo 9">
            <a:extLst>
              <a:ext uri="{FF2B5EF4-FFF2-40B4-BE49-F238E27FC236}">
                <a16:creationId xmlns:a16="http://schemas.microsoft.com/office/drawing/2014/main" id="{679AE81C-BF1F-EBD8-E334-51B15E375E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-1" y="6480587"/>
            <a:ext cx="11460163" cy="377413"/>
          </a:xfrm>
        </p:spPr>
        <p:txBody>
          <a:bodyPr wrap="none" lIns="827999">
            <a:noAutofit/>
          </a:bodyPr>
          <a:lstStyle>
            <a:lvl1pPr>
              <a:buNone/>
              <a:defRPr sz="1000" b="0" i="0" baseline="0">
                <a:solidFill>
                  <a:schemeClr val="bg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it-IT" sz="1600" dirty="0">
                <a:solidFill>
                  <a:schemeClr val="bg1">
                    <a:lumMod val="50000"/>
                  </a:schemeClr>
                </a:solidFill>
              </a:rPr>
              <a:t>Nome della struttura Organizzativa – Dipartimento, Scuola, Centro ecc.</a:t>
            </a:r>
          </a:p>
        </p:txBody>
      </p:sp>
      <p:cxnSp>
        <p:nvCxnSpPr>
          <p:cNvPr id="9" name="Connettore dritto 8">
            <a:extLst>
              <a:ext uri="{FF2B5EF4-FFF2-40B4-BE49-F238E27FC236}">
                <a16:creationId xmlns:a16="http://schemas.microsoft.com/office/drawing/2014/main" id="{29F099E3-2A3D-30BD-9358-E8E3BFC62A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1152" y="6458642"/>
            <a:ext cx="11529697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8929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10">
            <a:extLst>
              <a:ext uri="{FF2B5EF4-FFF2-40B4-BE49-F238E27FC236}">
                <a16:creationId xmlns:a16="http://schemas.microsoft.com/office/drawing/2014/main" id="{998B1999-84CA-1CDD-3B50-7BEFC52A91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66" y="0"/>
            <a:ext cx="7182196" cy="66761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Titolo slide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594FB27-07DE-02E8-6732-9D309F629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8" y="1412875"/>
            <a:ext cx="5157787" cy="823912"/>
          </a:xfrm>
        </p:spPr>
        <p:txBody>
          <a:bodyPr anchor="b"/>
          <a:lstStyle>
            <a:lvl1pPr marL="0" indent="0">
              <a:buNone/>
              <a:defRPr sz="20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85EA866-6A6B-C2BD-6DA2-7B177DF33B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1838" y="2236787"/>
            <a:ext cx="5157787" cy="3684588"/>
          </a:xfrm>
        </p:spPr>
        <p:txBody>
          <a:bodyPr/>
          <a:lstStyle>
            <a:lvl1pPr>
              <a:lnSpc>
                <a:spcPct val="120000"/>
              </a:lnSpc>
              <a:defRPr sz="1400"/>
            </a:lvl1pPr>
            <a:lvl2pPr>
              <a:lnSpc>
                <a:spcPct val="120000"/>
              </a:lnSpc>
              <a:defRPr sz="1400" b="0" i="0">
                <a:latin typeface="Arial" panose="020B0604020202020204" pitchFamily="34" charset="0"/>
              </a:defRPr>
            </a:lvl2pPr>
            <a:lvl3pPr>
              <a:lnSpc>
                <a:spcPct val="120000"/>
              </a:lnSpc>
              <a:defRPr sz="1400" b="0" i="0">
                <a:latin typeface="Arial" panose="020B0604020202020204" pitchFamily="34" charset="0"/>
              </a:defRPr>
            </a:lvl3pPr>
            <a:lvl4pPr>
              <a:lnSpc>
                <a:spcPct val="120000"/>
              </a:lnSpc>
              <a:defRPr sz="1400" b="0" i="0">
                <a:latin typeface="Arial" panose="020B0604020202020204" pitchFamily="34" charset="0"/>
              </a:defRPr>
            </a:lvl4pPr>
            <a:lvl5pPr>
              <a:lnSpc>
                <a:spcPct val="120000"/>
              </a:lnSpc>
              <a:defRPr sz="1400"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F90A06E3-08F0-17AB-6BA5-38E30BF1FB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6974" y="1412875"/>
            <a:ext cx="5183188" cy="823912"/>
          </a:xfrm>
        </p:spPr>
        <p:txBody>
          <a:bodyPr anchor="b"/>
          <a:lstStyle>
            <a:lvl1pPr marL="0" indent="0">
              <a:buNone/>
              <a:defRPr sz="20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ECB166F-E949-2604-E79D-F63CB5C4C0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6974" y="2236787"/>
            <a:ext cx="5183188" cy="3684588"/>
          </a:xfrm>
        </p:spPr>
        <p:txBody>
          <a:bodyPr/>
          <a:lstStyle>
            <a:lvl1pPr>
              <a:lnSpc>
                <a:spcPct val="120000"/>
              </a:lnSpc>
              <a:defRPr sz="1400"/>
            </a:lvl1pPr>
            <a:lvl2pPr>
              <a:lnSpc>
                <a:spcPct val="120000"/>
              </a:lnSpc>
              <a:defRPr sz="1400" b="0" i="0">
                <a:latin typeface="Arial" panose="020B0604020202020204" pitchFamily="34" charset="0"/>
              </a:defRPr>
            </a:lvl2pPr>
            <a:lvl3pPr>
              <a:lnSpc>
                <a:spcPct val="120000"/>
              </a:lnSpc>
              <a:defRPr sz="1400" b="0" i="0">
                <a:latin typeface="Arial" panose="020B0604020202020204" pitchFamily="34" charset="0"/>
              </a:defRPr>
            </a:lvl3pPr>
            <a:lvl4pPr>
              <a:lnSpc>
                <a:spcPct val="120000"/>
              </a:lnSpc>
              <a:defRPr sz="1400" b="0" i="0">
                <a:latin typeface="Arial" panose="020B0604020202020204" pitchFamily="34" charset="0"/>
              </a:defRPr>
            </a:lvl4pPr>
            <a:lvl5pPr>
              <a:lnSpc>
                <a:spcPct val="120000"/>
              </a:lnSpc>
              <a:defRPr sz="1400"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2" name="Segnaposto testo 9">
            <a:extLst>
              <a:ext uri="{FF2B5EF4-FFF2-40B4-BE49-F238E27FC236}">
                <a16:creationId xmlns:a16="http://schemas.microsoft.com/office/drawing/2014/main" id="{64F2037E-6E9D-5AEB-916E-E295F4C9EF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-1" y="6480587"/>
            <a:ext cx="11460163" cy="377413"/>
          </a:xfrm>
        </p:spPr>
        <p:txBody>
          <a:bodyPr wrap="none" lIns="827999">
            <a:noAutofit/>
          </a:bodyPr>
          <a:lstStyle>
            <a:lvl1pPr>
              <a:buNone/>
              <a:defRPr sz="1000" b="0" i="0" baseline="0">
                <a:solidFill>
                  <a:schemeClr val="bg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it-IT" sz="1600" dirty="0">
                <a:solidFill>
                  <a:schemeClr val="bg1">
                    <a:lumMod val="50000"/>
                  </a:schemeClr>
                </a:solidFill>
              </a:rPr>
              <a:t>Nome della struttura Organizzativa – Dipartimento, Scuola, Centro ecc.</a:t>
            </a:r>
          </a:p>
        </p:txBody>
      </p:sp>
      <p:cxnSp>
        <p:nvCxnSpPr>
          <p:cNvPr id="11" name="Connettore dritto 10">
            <a:extLst>
              <a:ext uri="{FF2B5EF4-FFF2-40B4-BE49-F238E27FC236}">
                <a16:creationId xmlns:a16="http://schemas.microsoft.com/office/drawing/2014/main" id="{82921163-E398-1CBD-6F10-728A3068B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1152" y="6458642"/>
            <a:ext cx="11529697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5219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ppo atertura e chiusura">
    <p:bg>
      <p:bgPr>
        <a:gradFill>
          <a:gsLst>
            <a:gs pos="0">
              <a:srgbClr val="C00000"/>
            </a:gs>
            <a:gs pos="50000">
              <a:srgbClr val="C00100"/>
            </a:gs>
            <a:gs pos="100000">
              <a:srgbClr val="C0000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Dipartimento di Scienze cardio-toraco-vascolari e Sanità pubblica">
            <a:extLst>
              <a:ext uri="{FF2B5EF4-FFF2-40B4-BE49-F238E27FC236}">
                <a16:creationId xmlns:a16="http://schemas.microsoft.com/office/drawing/2014/main" id="{C2A61BF9-5986-D9AA-539E-AF5D2B3EE7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481441" y="2634760"/>
            <a:ext cx="7826828" cy="17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34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resen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Dipartimento di Scienze cardio-toraco-vascolari e Sanità pubblica">
            <a:extLst>
              <a:ext uri="{FF2B5EF4-FFF2-40B4-BE49-F238E27FC236}">
                <a16:creationId xmlns:a16="http://schemas.microsoft.com/office/drawing/2014/main" id="{252EC6B4-3585-E467-8210-967C180FA88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490810" y="964943"/>
            <a:ext cx="7826829" cy="1728000"/>
          </a:xfrm>
          <a:prstGeom prst="rect">
            <a:avLst/>
          </a:prstGeom>
        </p:spPr>
      </p:pic>
      <p:sp>
        <p:nvSpPr>
          <p:cNvPr id="6" name="Titolo 1" descr="Titolo presentazione">
            <a:extLst>
              <a:ext uri="{FF2B5EF4-FFF2-40B4-BE49-F238E27FC236}">
                <a16:creationId xmlns:a16="http://schemas.microsoft.com/office/drawing/2014/main" id="{80EB25B0-C79F-6394-0CD5-94C2DF8D72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47592" y="3454400"/>
            <a:ext cx="9096815" cy="1290388"/>
          </a:xfrm>
          <a:prstGeom prst="rect">
            <a:avLst/>
          </a:prstGeom>
        </p:spPr>
        <p:txBody>
          <a:bodyPr/>
          <a:lstStyle>
            <a:lvl1pPr algn="ctr"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it-IT" dirty="0"/>
              <a:t>Titolo della presentazione</a:t>
            </a:r>
          </a:p>
        </p:txBody>
      </p:sp>
      <p:sp>
        <p:nvSpPr>
          <p:cNvPr id="2" name="SOttotitolo" descr="Sottotittolo presentazione">
            <a:extLst>
              <a:ext uri="{FF2B5EF4-FFF2-40B4-BE49-F238E27FC236}">
                <a16:creationId xmlns:a16="http://schemas.microsoft.com/office/drawing/2014/main" id="{0CC5454D-417C-62D2-989B-FEB1FB9FB4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7592" y="5134989"/>
            <a:ext cx="9096815" cy="7580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Sottotitolo della presentazione</a:t>
            </a:r>
          </a:p>
        </p:txBody>
      </p:sp>
    </p:spTree>
    <p:extLst>
      <p:ext uri="{BB962C8B-B14F-4D97-AF65-F5344CB8AC3E}">
        <p14:creationId xmlns:p14="http://schemas.microsoft.com/office/powerpoint/2010/main" val="24483249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595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presen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1" descr="Titolo presentazione">
            <a:extLst>
              <a:ext uri="{FF2B5EF4-FFF2-40B4-BE49-F238E27FC236}">
                <a16:creationId xmlns:a16="http://schemas.microsoft.com/office/drawing/2014/main" id="{80EB25B0-C79F-6394-0CD5-94C2DF8D72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01032" y="2666029"/>
            <a:ext cx="7404819" cy="1024228"/>
          </a:xfrm>
          <a:prstGeom prst="rect">
            <a:avLst/>
          </a:prstGeom>
        </p:spPr>
        <p:txBody>
          <a:bodyPr/>
          <a:lstStyle>
            <a:lvl1pPr algn="l">
              <a:defRPr sz="6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it-IT" dirty="0"/>
              <a:t>Ringraziamenti</a:t>
            </a:r>
          </a:p>
        </p:txBody>
      </p:sp>
      <p:sp>
        <p:nvSpPr>
          <p:cNvPr id="2" name="SOttotitolo" descr="Sottotittolo presentazione">
            <a:extLst>
              <a:ext uri="{FF2B5EF4-FFF2-40B4-BE49-F238E27FC236}">
                <a16:creationId xmlns:a16="http://schemas.microsoft.com/office/drawing/2014/main" id="{0CC5454D-417C-62D2-989B-FEB1FB9FB4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01032" y="4534097"/>
            <a:ext cx="7404819" cy="166640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Contatti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6DA4AAC0-A0AF-CB41-1984-1D8287E28C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401032" y="329358"/>
            <a:ext cx="3324180" cy="215506"/>
          </a:xfrm>
          <a:prstGeom prst="rect">
            <a:avLst/>
          </a:prstGeom>
        </p:spPr>
      </p:pic>
      <p:cxnSp>
        <p:nvCxnSpPr>
          <p:cNvPr id="7" name="Connettore dritto 6">
            <a:extLst>
              <a:ext uri="{FF2B5EF4-FFF2-40B4-BE49-F238E27FC236}">
                <a16:creationId xmlns:a16="http://schemas.microsoft.com/office/drawing/2014/main" id="{B2ED7AC9-F550-19D0-A5A6-58A164D1DB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401032" y="859031"/>
            <a:ext cx="11529697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417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9DE40BA7-AD22-9D63-6EFF-2809C7C4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66" y="0"/>
            <a:ext cx="7182196" cy="66761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it-IT" dirty="0"/>
              <a:t>Titolo slide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647BC2D-CC85-0609-E654-DC4C51C6B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8" y="3043180"/>
            <a:ext cx="10515600" cy="19853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0"/>
            <a:r>
              <a:rPr lang="it-IT" dirty="0"/>
              <a:t>Secondo livello</a:t>
            </a:r>
          </a:p>
          <a:p>
            <a:pPr lvl="0"/>
            <a:r>
              <a:rPr lang="it-IT" dirty="0"/>
              <a:t>Terzo livello</a:t>
            </a:r>
          </a:p>
          <a:p>
            <a:pPr lvl="0"/>
            <a:r>
              <a:rPr lang="it-IT" dirty="0"/>
              <a:t>Quarto livello</a:t>
            </a:r>
          </a:p>
          <a:p>
            <a:pPr lvl="0"/>
            <a:r>
              <a:rPr lang="it-IT" dirty="0"/>
              <a:t>Quinto livello</a:t>
            </a:r>
          </a:p>
        </p:txBody>
      </p:sp>
      <p:sp>
        <p:nvSpPr>
          <p:cNvPr id="7" name="Figura a mano libera 6">
            <a:extLst>
              <a:ext uri="{FF2B5EF4-FFF2-40B4-BE49-F238E27FC236}">
                <a16:creationId xmlns:a16="http://schemas.microsoft.com/office/drawing/2014/main" id="{8F0410C2-8E9F-1D61-455D-ED792EC4F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12237720" cy="682989"/>
          </a:xfrm>
          <a:custGeom>
            <a:avLst/>
            <a:gdLst>
              <a:gd name="connsiteX0" fmla="*/ 76200 w 12268200"/>
              <a:gd name="connsiteY0" fmla="*/ 0 h 6979920"/>
              <a:gd name="connsiteX1" fmla="*/ 12268200 w 12268200"/>
              <a:gd name="connsiteY1" fmla="*/ 30480 h 6979920"/>
              <a:gd name="connsiteX2" fmla="*/ 12252960 w 12268200"/>
              <a:gd name="connsiteY2" fmla="*/ 6979920 h 6979920"/>
              <a:gd name="connsiteX3" fmla="*/ 0 w 12268200"/>
              <a:gd name="connsiteY3" fmla="*/ 6903720 h 6979920"/>
              <a:gd name="connsiteX4" fmla="*/ 76200 w 12268200"/>
              <a:gd name="connsiteY4" fmla="*/ 0 h 6979920"/>
              <a:gd name="connsiteX0" fmla="*/ 365760 w 12268200"/>
              <a:gd name="connsiteY0" fmla="*/ 411480 h 6949440"/>
              <a:gd name="connsiteX1" fmla="*/ 12268200 w 12268200"/>
              <a:gd name="connsiteY1" fmla="*/ 0 h 6949440"/>
              <a:gd name="connsiteX2" fmla="*/ 12252960 w 12268200"/>
              <a:gd name="connsiteY2" fmla="*/ 6949440 h 6949440"/>
              <a:gd name="connsiteX3" fmla="*/ 0 w 12268200"/>
              <a:gd name="connsiteY3" fmla="*/ 6873240 h 6949440"/>
              <a:gd name="connsiteX4" fmla="*/ 365760 w 12268200"/>
              <a:gd name="connsiteY4" fmla="*/ 411480 h 6949440"/>
              <a:gd name="connsiteX0" fmla="*/ 30480 w 12268200"/>
              <a:gd name="connsiteY0" fmla="*/ 0 h 6949440"/>
              <a:gd name="connsiteX1" fmla="*/ 12268200 w 12268200"/>
              <a:gd name="connsiteY1" fmla="*/ 0 h 6949440"/>
              <a:gd name="connsiteX2" fmla="*/ 12252960 w 12268200"/>
              <a:gd name="connsiteY2" fmla="*/ 6949440 h 6949440"/>
              <a:gd name="connsiteX3" fmla="*/ 0 w 12268200"/>
              <a:gd name="connsiteY3" fmla="*/ 6873240 h 6949440"/>
              <a:gd name="connsiteX4" fmla="*/ 30480 w 12268200"/>
              <a:gd name="connsiteY4" fmla="*/ 0 h 6949440"/>
              <a:gd name="connsiteX0" fmla="*/ 0 w 12237720"/>
              <a:gd name="connsiteY0" fmla="*/ 0 h 6949440"/>
              <a:gd name="connsiteX1" fmla="*/ 12237720 w 12237720"/>
              <a:gd name="connsiteY1" fmla="*/ 0 h 6949440"/>
              <a:gd name="connsiteX2" fmla="*/ 12222480 w 12237720"/>
              <a:gd name="connsiteY2" fmla="*/ 6949440 h 6949440"/>
              <a:gd name="connsiteX3" fmla="*/ 365760 w 12237720"/>
              <a:gd name="connsiteY3" fmla="*/ 6431280 h 6949440"/>
              <a:gd name="connsiteX4" fmla="*/ 0 w 12237720"/>
              <a:gd name="connsiteY4" fmla="*/ 0 h 6949440"/>
              <a:gd name="connsiteX0" fmla="*/ 0 w 12237720"/>
              <a:gd name="connsiteY0" fmla="*/ 0 h 6949440"/>
              <a:gd name="connsiteX1" fmla="*/ 12237720 w 12237720"/>
              <a:gd name="connsiteY1" fmla="*/ 0 h 6949440"/>
              <a:gd name="connsiteX2" fmla="*/ 12222480 w 12237720"/>
              <a:gd name="connsiteY2" fmla="*/ 6949440 h 6949440"/>
              <a:gd name="connsiteX3" fmla="*/ 15240 w 12237720"/>
              <a:gd name="connsiteY3" fmla="*/ 6888480 h 6949440"/>
              <a:gd name="connsiteX4" fmla="*/ 0 w 12237720"/>
              <a:gd name="connsiteY4" fmla="*/ 0 h 6949440"/>
              <a:gd name="connsiteX0" fmla="*/ 0 w 12237720"/>
              <a:gd name="connsiteY0" fmla="*/ 0 h 6888480"/>
              <a:gd name="connsiteX1" fmla="*/ 12237720 w 12237720"/>
              <a:gd name="connsiteY1" fmla="*/ 0 h 6888480"/>
              <a:gd name="connsiteX2" fmla="*/ 12039600 w 12237720"/>
              <a:gd name="connsiteY2" fmla="*/ 6385560 h 6888480"/>
              <a:gd name="connsiteX3" fmla="*/ 15240 w 12237720"/>
              <a:gd name="connsiteY3" fmla="*/ 6888480 h 6888480"/>
              <a:gd name="connsiteX4" fmla="*/ 0 w 12237720"/>
              <a:gd name="connsiteY4" fmla="*/ 0 h 6888480"/>
              <a:gd name="connsiteX0" fmla="*/ 0 w 12237720"/>
              <a:gd name="connsiteY0" fmla="*/ 0 h 6888480"/>
              <a:gd name="connsiteX1" fmla="*/ 12237720 w 12237720"/>
              <a:gd name="connsiteY1" fmla="*/ 0 h 6888480"/>
              <a:gd name="connsiteX2" fmla="*/ 12222480 w 12237720"/>
              <a:gd name="connsiteY2" fmla="*/ 6873240 h 6888480"/>
              <a:gd name="connsiteX3" fmla="*/ 15240 w 12237720"/>
              <a:gd name="connsiteY3" fmla="*/ 6888480 h 6888480"/>
              <a:gd name="connsiteX4" fmla="*/ 0 w 12237720"/>
              <a:gd name="connsiteY4" fmla="*/ 0 h 6888480"/>
              <a:gd name="connsiteX0" fmla="*/ 0 w 12222480"/>
              <a:gd name="connsiteY0" fmla="*/ 0 h 6888480"/>
              <a:gd name="connsiteX1" fmla="*/ 11780520 w 12222480"/>
              <a:gd name="connsiteY1" fmla="*/ 487680 h 6888480"/>
              <a:gd name="connsiteX2" fmla="*/ 12222480 w 12222480"/>
              <a:gd name="connsiteY2" fmla="*/ 6873240 h 6888480"/>
              <a:gd name="connsiteX3" fmla="*/ 15240 w 12222480"/>
              <a:gd name="connsiteY3" fmla="*/ 6888480 h 6888480"/>
              <a:gd name="connsiteX4" fmla="*/ 0 w 12222480"/>
              <a:gd name="connsiteY4" fmla="*/ 0 h 6888480"/>
              <a:gd name="connsiteX0" fmla="*/ 0 w 12237720"/>
              <a:gd name="connsiteY0" fmla="*/ 15240 h 6903720"/>
              <a:gd name="connsiteX1" fmla="*/ 12237720 w 12237720"/>
              <a:gd name="connsiteY1" fmla="*/ 0 h 6903720"/>
              <a:gd name="connsiteX2" fmla="*/ 12222480 w 12237720"/>
              <a:gd name="connsiteY2" fmla="*/ 6888480 h 6903720"/>
              <a:gd name="connsiteX3" fmla="*/ 15240 w 12237720"/>
              <a:gd name="connsiteY3" fmla="*/ 6903720 h 6903720"/>
              <a:gd name="connsiteX4" fmla="*/ 0 w 12237720"/>
              <a:gd name="connsiteY4" fmla="*/ 15240 h 6903720"/>
              <a:gd name="connsiteX0" fmla="*/ 0 w 12237720"/>
              <a:gd name="connsiteY0" fmla="*/ 15240 h 6888482"/>
              <a:gd name="connsiteX1" fmla="*/ 12237720 w 12237720"/>
              <a:gd name="connsiteY1" fmla="*/ 0 h 6888482"/>
              <a:gd name="connsiteX2" fmla="*/ 12222480 w 12237720"/>
              <a:gd name="connsiteY2" fmla="*/ 6888480 h 6888482"/>
              <a:gd name="connsiteX3" fmla="*/ 746760 w 12237720"/>
              <a:gd name="connsiteY3" fmla="*/ 6756832 h 6888482"/>
              <a:gd name="connsiteX4" fmla="*/ 0 w 12237720"/>
              <a:gd name="connsiteY4" fmla="*/ 15240 h 6888482"/>
              <a:gd name="connsiteX0" fmla="*/ 0 w 12329160"/>
              <a:gd name="connsiteY0" fmla="*/ 15240 h 6756832"/>
              <a:gd name="connsiteX1" fmla="*/ 12237720 w 12329160"/>
              <a:gd name="connsiteY1" fmla="*/ 0 h 6756832"/>
              <a:gd name="connsiteX2" fmla="*/ 12329160 w 12329160"/>
              <a:gd name="connsiteY2" fmla="*/ 6741594 h 6756832"/>
              <a:gd name="connsiteX3" fmla="*/ 746760 w 12329160"/>
              <a:gd name="connsiteY3" fmla="*/ 6756832 h 6756832"/>
              <a:gd name="connsiteX4" fmla="*/ 0 w 12329160"/>
              <a:gd name="connsiteY4" fmla="*/ 15240 h 6756832"/>
              <a:gd name="connsiteX0" fmla="*/ 0 w 12237720"/>
              <a:gd name="connsiteY0" fmla="*/ 15240 h 6835952"/>
              <a:gd name="connsiteX1" fmla="*/ 12237720 w 12237720"/>
              <a:gd name="connsiteY1" fmla="*/ 0 h 6835952"/>
              <a:gd name="connsiteX2" fmla="*/ 12234892 w 12237720"/>
              <a:gd name="connsiteY2" fmla="*/ 6835952 h 6835952"/>
              <a:gd name="connsiteX3" fmla="*/ 746760 w 12237720"/>
              <a:gd name="connsiteY3" fmla="*/ 6756832 h 6835952"/>
              <a:gd name="connsiteX4" fmla="*/ 0 w 12237720"/>
              <a:gd name="connsiteY4" fmla="*/ 15240 h 6835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37720" h="6835952">
                <a:moveTo>
                  <a:pt x="0" y="15240"/>
                </a:moveTo>
                <a:lnTo>
                  <a:pt x="12237720" y="0"/>
                </a:lnTo>
                <a:cubicBezTo>
                  <a:pt x="12236777" y="2278651"/>
                  <a:pt x="12235835" y="4557301"/>
                  <a:pt x="12234892" y="6835952"/>
                </a:cubicBezTo>
                <a:lnTo>
                  <a:pt x="746760" y="6756832"/>
                </a:lnTo>
                <a:lnTo>
                  <a:pt x="0" y="15240"/>
                </a:lnTo>
                <a:close/>
              </a:path>
            </a:pathLst>
          </a:custGeom>
          <a:solidFill>
            <a:srgbClr val="AA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0" i="0" dirty="0">
              <a:latin typeface="Arial" panose="020B0604020202020204" pitchFamily="34" charset="0"/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AC9E0989-ECD6-0D73-B60E-A0C129A071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>
            <a:off x="814960" y="185430"/>
            <a:ext cx="3324180" cy="215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751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5" r:id="rId3"/>
    <p:sldLayoutId id="2147483650" r:id="rId4"/>
    <p:sldLayoutId id="2147483664" r:id="rId5"/>
    <p:sldLayoutId id="2147483651" r:id="rId6"/>
    <p:sldLayoutId id="2147483652" r:id="rId7"/>
    <p:sldLayoutId id="2147483653" r:id="rId8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000" kern="1200">
          <a:solidFill>
            <a:schemeClr val="bg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554400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400"/>
        </a:spcBef>
        <a:buFontTx/>
        <a:buNone/>
        <a:defRPr sz="24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4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4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4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461" userDrawn="1">
          <p15:clr>
            <a:srgbClr val="F26B43"/>
          </p15:clr>
        </p15:guide>
        <p15:guide id="4" pos="7219" userDrawn="1">
          <p15:clr>
            <a:srgbClr val="F26B43"/>
          </p15:clr>
        </p15:guide>
        <p15:guide id="5" orient="horz" pos="890" userDrawn="1">
          <p15:clr>
            <a:srgbClr val="F26B43"/>
          </p15:clr>
        </p15:guide>
        <p15:guide id="6" orient="horz" pos="1661" userDrawn="1">
          <p15:clr>
            <a:srgbClr val="F26B43"/>
          </p15:clr>
        </p15:guide>
        <p15:guide id="7" orient="horz" pos="3997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C00000"/>
            </a:gs>
            <a:gs pos="50000">
              <a:srgbClr val="C00100"/>
            </a:gs>
            <a:gs pos="100000">
              <a:srgbClr val="C0000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C2459F61-93D3-723B-249E-047D205F68C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5309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6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j-ea"/>
          <a:cs typeface="Arial" panose="020B0604020202020204" pitchFamily="34" charset="0"/>
        </a:defRPr>
      </a:lvl1pPr>
    </p:titleStyle>
    <p:bodyStyle>
      <a:lvl1pPr marL="349200" indent="-349200" algn="l" defTabSz="55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400"/>
        </a:spcBef>
        <a:buFontTx/>
        <a:buNone/>
        <a:defRPr sz="24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4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4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4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00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7">
            <a:extLst>
              <a:ext uri="{FF2B5EF4-FFF2-40B4-BE49-F238E27FC236}">
                <a16:creationId xmlns:a16="http://schemas.microsoft.com/office/drawing/2014/main" id="{87BA0741-A2EA-55F9-DD70-E9DFA59BD5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C1E6A334-0A8B-5AB8-17B6-6644957B66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94411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670A58-F63B-9D5B-E0ED-96C76BFE9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Titolo slide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44D5E872-33B6-E780-E5EA-3664927D6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dirty="0"/>
              <a:t>Nome MASTER- Dipartimento di Scienze Cardio-Toraco-Vascolari e Sanità Pubblica - Unità di Biostatistica, Epidemiologia e Sanità Pubblica</a:t>
            </a:r>
          </a:p>
        </p:txBody>
      </p:sp>
    </p:spTree>
    <p:extLst>
      <p:ext uri="{BB962C8B-B14F-4D97-AF65-F5344CB8AC3E}">
        <p14:creationId xmlns:p14="http://schemas.microsoft.com/office/powerpoint/2010/main" val="2831919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56CAAF-B8D2-14A2-C6D7-E98A02EC0E7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512985"/>
            <a:ext cx="10515600" cy="399804"/>
          </a:xfrm>
          <a:prstGeom prst="rect">
            <a:avLst/>
          </a:prstGeom>
        </p:spPr>
        <p:txBody>
          <a:bodyPr anchor="b"/>
          <a:lstStyle/>
          <a:p>
            <a:r>
              <a:rPr lang="it-IT" dirty="0"/>
              <a:t>Università di Padova</a:t>
            </a:r>
          </a:p>
        </p:txBody>
      </p:sp>
    </p:spTree>
    <p:extLst>
      <p:ext uri="{BB962C8B-B14F-4D97-AF65-F5344CB8AC3E}">
        <p14:creationId xmlns:p14="http://schemas.microsoft.com/office/powerpoint/2010/main" val="7589635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UNIPD">
      <a:dk1>
        <a:srgbClr val="393D3F"/>
      </a:dk1>
      <a:lt1>
        <a:srgbClr val="FAFAFA"/>
      </a:lt1>
      <a:dk2>
        <a:srgbClr val="2D3531"/>
      </a:dk2>
      <a:lt2>
        <a:srgbClr val="E8E8E8"/>
      </a:lt2>
      <a:accent1>
        <a:srgbClr val="AA0004"/>
      </a:accent1>
      <a:accent2>
        <a:srgbClr val="850205"/>
      </a:accent2>
      <a:accent3>
        <a:srgbClr val="7D8CA3"/>
      </a:accent3>
      <a:accent4>
        <a:srgbClr val="9CCBBA"/>
      </a:accent4>
      <a:accent5>
        <a:srgbClr val="9C858D"/>
      </a:accent5>
      <a:accent6>
        <a:srgbClr val="535643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Tema di Office">
  <a:themeElements>
    <a:clrScheme name="UNIPD">
      <a:dk1>
        <a:srgbClr val="393D3F"/>
      </a:dk1>
      <a:lt1>
        <a:srgbClr val="FAFAFA"/>
      </a:lt1>
      <a:dk2>
        <a:srgbClr val="2D3531"/>
      </a:dk2>
      <a:lt2>
        <a:srgbClr val="E8E8E8"/>
      </a:lt2>
      <a:accent1>
        <a:srgbClr val="AA0004"/>
      </a:accent1>
      <a:accent2>
        <a:srgbClr val="850205"/>
      </a:accent2>
      <a:accent3>
        <a:srgbClr val="7D8CA3"/>
      </a:accent3>
      <a:accent4>
        <a:srgbClr val="9CCBBA"/>
      </a:accent4>
      <a:accent5>
        <a:srgbClr val="9C858D"/>
      </a:accent5>
      <a:accent6>
        <a:srgbClr val="535643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</Words>
  <Application>Microsoft Office PowerPoint</Application>
  <PresentationFormat>Widescreen</PresentationFormat>
  <Paragraphs>9</Paragraphs>
  <Slides>3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3</vt:i4>
      </vt:variant>
    </vt:vector>
  </HeadingPairs>
  <TitlesOfParts>
    <vt:vector size="7" baseType="lpstr">
      <vt:lpstr>Aptos</vt:lpstr>
      <vt:lpstr>Arial</vt:lpstr>
      <vt:lpstr>Tema di Office</vt:lpstr>
      <vt:lpstr>1_Tema di Office</vt:lpstr>
      <vt:lpstr>Presentazione standard di PowerPoint</vt:lpstr>
      <vt:lpstr>Titolo slide</vt:lpstr>
      <vt:lpstr>Università di Padova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Università di Padova</dc:title>
  <dc:subject/>
  <dc:creator>Università di Padova</dc:creator>
  <cp:keywords/>
  <dc:description/>
  <cp:lastModifiedBy>Riccardo Massaro</cp:lastModifiedBy>
  <cp:revision>50</cp:revision>
  <cp:lastPrinted>2026-01-16T08:30:39Z</cp:lastPrinted>
  <dcterms:created xsi:type="dcterms:W3CDTF">2025-11-24T07:42:24Z</dcterms:created>
  <dcterms:modified xsi:type="dcterms:W3CDTF">2026-08-26T12:53:17Z</dcterms:modified>
  <cp:category/>
</cp:coreProperties>
</file>