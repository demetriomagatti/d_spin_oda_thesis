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9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it-IT" sz="4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Fai clic per spostare la diapositiva</a:t>
            </a:r>
            <a:endParaRPr lang="it-IT" sz="4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delle note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&lt;intestazione&gt;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&lt;data/ora&gt;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4B6CC5-C374-4FAC-8086-D6BC53FFEA71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76C669-7C24-4800-86A8-A4732133BB4B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C92210-3488-47FE-817A-33B884DD0F72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EF2459-18B7-40BF-A73C-2656DED44685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A461EC-29AB-4152-AC6F-9F93873E04DC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911EA6-19A3-47CF-AC90-4D90D77BA921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D4C81D-2333-4D7F-937F-163872E37D0B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B8A5573-5CB4-4453-BEF6-7A16A8CA4266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AE8903-E606-43D1-8206-261F95313597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E16F42-509D-405D-A1B2-0421A1F307C1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E1ACA6-2663-41E5-B1C2-712810E30C87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42D07B-77A7-488E-929A-E0648D457EBF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immagini puramente decorative è possibile utilizzare la funzione «Testo Alternativo» specificando nella casella di testo: «Immagine decorativa». Non inserire mai testo all’interno delle immagini.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25BFCC-990E-400E-A81D-DD9AA6FAE64A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a di base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a a mano libera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480"/>
            <a:ext cx="12237480" cy="682560"/>
          </a:xfrm>
          <a:custGeom>
            <a:avLst/>
            <a:gdLst>
              <a:gd name="textAreaLeft" fmla="*/ 0 w 12237480"/>
              <a:gd name="textAreaRight" fmla="*/ 12237840 w 12237480"/>
              <a:gd name="textAreaTop" fmla="*/ 0 h 682560"/>
              <a:gd name="textAreaBottom" fmla="*/ 682920 h 682560"/>
              <a:gd name="GluePoint1X" fmla="*/ 0 w 12237720"/>
              <a:gd name="GluePoint1Y" fmla="*/ 15240 h 6835952"/>
              <a:gd name="GluePoint2X" fmla="*/ 12237720 w 12237720"/>
              <a:gd name="GluePoint2Y" fmla="*/ 0 h 6835952"/>
              <a:gd name="GluePoint3X" fmla="*/ 12234892 w 12237720"/>
              <a:gd name="GluePoint3Y" fmla="*/ 6835952 h 6835952"/>
              <a:gd name="GluePoint4X" fmla="*/ 746760 w 12237720"/>
              <a:gd name="GluePoint4Y" fmla="*/ 6756832 h 6835952"/>
              <a:gd name="GluePoint5X" fmla="*/ 0 w 12237720"/>
              <a:gd name="GluePoint5Y" fmla="*/ 15240 h 68359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" name="Immag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5040" y="185400"/>
            <a:ext cx="3323880" cy="21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 hasCustomPrompt="1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90000"/>
              </a:lnSpc>
              <a:buNone/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Titolo slide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 hasCustomPrompt="1"/>
          </p:nvPr>
        </p:nvSpPr>
        <p:spPr>
          <a:xfrm>
            <a:off x="731880" y="2652480"/>
            <a:ext cx="10728000" cy="350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Fare clic per modificare il corpo del testo</a:t>
            </a:r>
            <a:endParaRPr lang="it-IT" sz="18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Nome della struttura Organizzativa – Dipartimento, Scuola, Centro ecc.</a:t>
            </a:r>
            <a:endParaRPr lang="it-IT" sz="16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cxnSp>
        <p:nvCxnSpPr>
          <p:cNvPr id="7" name="Connettore dritto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840" y="6458400"/>
            <a:ext cx="11530080" cy="360"/>
          </a:xfrm>
          <a:prstGeom prst="straightConnector1">
            <a:avLst/>
          </a:prstGeom>
          <a:ln w="9525">
            <a:solidFill>
              <a:srgbClr val="FAFAFA">
                <a:lumMod val="50000"/>
              </a:srgbClr>
            </a:solidFill>
          </a:ln>
        </p:spPr>
      </p:cxn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a neutra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igura a mano libera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480"/>
            <a:ext cx="12237480" cy="682560"/>
          </a:xfrm>
          <a:custGeom>
            <a:avLst/>
            <a:gdLst>
              <a:gd name="textAreaLeft" fmla="*/ 0 w 12237480"/>
              <a:gd name="textAreaRight" fmla="*/ 12237840 w 12237480"/>
              <a:gd name="textAreaTop" fmla="*/ 0 h 682560"/>
              <a:gd name="textAreaBottom" fmla="*/ 682920 h 682560"/>
              <a:gd name="GluePoint1X" fmla="*/ 0 w 12237720"/>
              <a:gd name="GluePoint1Y" fmla="*/ 15240 h 6835952"/>
              <a:gd name="GluePoint2X" fmla="*/ 12237720 w 12237720"/>
              <a:gd name="GluePoint2Y" fmla="*/ 0 h 6835952"/>
              <a:gd name="GluePoint3X" fmla="*/ 12234892 w 12237720"/>
              <a:gd name="GluePoint3Y" fmla="*/ 6835952 h 6835952"/>
              <a:gd name="GluePoint4X" fmla="*/ 746760 w 12237720"/>
              <a:gd name="GluePoint4Y" fmla="*/ 6756832 h 6835952"/>
              <a:gd name="GluePoint5X" fmla="*/ 0 w 12237720"/>
              <a:gd name="GluePoint5Y" fmla="*/ 15240 h 68359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9" name="Immag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5040" y="185400"/>
            <a:ext cx="3323880" cy="21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 hasCustomPrompt="1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90000"/>
              </a:lnSpc>
              <a:buNone/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Titolo slide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 hasCustomPrompt="1"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Nome della struttura Organizzativa – Dipartimento, Scuola, Centro ecc.</a:t>
            </a:r>
            <a:endParaRPr lang="it-IT" sz="16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cxnSp>
        <p:nvCxnSpPr>
          <p:cNvPr id="12" name="Connettore dritto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840" y="6458400"/>
            <a:ext cx="11530080" cy="360"/>
          </a:xfrm>
          <a:prstGeom prst="straightConnector1">
            <a:avLst/>
          </a:prstGeom>
          <a:ln w="9525">
            <a:solidFill>
              <a:srgbClr val="FAFAFA">
                <a:lumMod val="50000"/>
              </a:srgbClr>
            </a:solidFill>
          </a:ln>
        </p:spPr>
      </p:cxn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a vuota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igura a mano libera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480"/>
            <a:ext cx="12237480" cy="682560"/>
          </a:xfrm>
          <a:custGeom>
            <a:avLst/>
            <a:gdLst>
              <a:gd name="textAreaLeft" fmla="*/ 0 w 12237480"/>
              <a:gd name="textAreaRight" fmla="*/ 12237840 w 12237480"/>
              <a:gd name="textAreaTop" fmla="*/ 0 h 682560"/>
              <a:gd name="textAreaBottom" fmla="*/ 682920 h 682560"/>
              <a:gd name="GluePoint1X" fmla="*/ 0 w 12237720"/>
              <a:gd name="GluePoint1Y" fmla="*/ 15240 h 6835952"/>
              <a:gd name="GluePoint2X" fmla="*/ 12237720 w 12237720"/>
              <a:gd name="GluePoint2Y" fmla="*/ 0 h 6835952"/>
              <a:gd name="GluePoint3X" fmla="*/ 12234892 w 12237720"/>
              <a:gd name="GluePoint3Y" fmla="*/ 6835952 h 6835952"/>
              <a:gd name="GluePoint4X" fmla="*/ 746760 w 12237720"/>
              <a:gd name="GluePoint4Y" fmla="*/ 6756832 h 6835952"/>
              <a:gd name="GluePoint5X" fmla="*/ 0 w 12237720"/>
              <a:gd name="GluePoint5Y" fmla="*/ 15240 h 68359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4" name="Immag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5040" y="185400"/>
            <a:ext cx="3323880" cy="21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 hasCustomPrompt="1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90000"/>
              </a:lnSpc>
              <a:buNone/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Titolo slide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a con una colonna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igura a mano libera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480"/>
            <a:ext cx="12237480" cy="682560"/>
          </a:xfrm>
          <a:custGeom>
            <a:avLst/>
            <a:gdLst>
              <a:gd name="textAreaLeft" fmla="*/ 0 w 12237480"/>
              <a:gd name="textAreaRight" fmla="*/ 12237840 w 12237480"/>
              <a:gd name="textAreaTop" fmla="*/ 0 h 682560"/>
              <a:gd name="textAreaBottom" fmla="*/ 682920 h 682560"/>
              <a:gd name="GluePoint1X" fmla="*/ 0 w 12237720"/>
              <a:gd name="GluePoint1Y" fmla="*/ 15240 h 6835952"/>
              <a:gd name="GluePoint2X" fmla="*/ 12237720 w 12237720"/>
              <a:gd name="GluePoint2Y" fmla="*/ 0 h 6835952"/>
              <a:gd name="GluePoint3X" fmla="*/ 12234892 w 12237720"/>
              <a:gd name="GluePoint3Y" fmla="*/ 6835952 h 6835952"/>
              <a:gd name="GluePoint4X" fmla="*/ 746760 w 12237720"/>
              <a:gd name="GluePoint4Y" fmla="*/ 6756832 h 6835952"/>
              <a:gd name="GluePoint5X" fmla="*/ 0 w 12237720"/>
              <a:gd name="GluePoint5Y" fmla="*/ 15240 h 68359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7" name="Immag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5040" y="185400"/>
            <a:ext cx="3323880" cy="21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90000"/>
              </a:lnSpc>
              <a:buNone/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Titolo slide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 hasCustomPrompt="1"/>
          </p:nvPr>
        </p:nvSpPr>
        <p:spPr>
          <a:xfrm>
            <a:off x="731880" y="1413000"/>
            <a:ext cx="10728000" cy="12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immagine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731880" y="3429000"/>
            <a:ext cx="6613920" cy="29779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rm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tabLst>
                <a:tab pos="0" algn="l"/>
              </a:tabLst>
              <a:def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defRPr>
            </a:lvl1pPr>
            <a:lvl2pPr lvl="1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55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55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16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360000" lvl="1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 struttura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 struttura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 struttura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 struttura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55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Sesto livello struttura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55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Settimo livello struttura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 hasCustomPrompt="1"/>
          </p:nvPr>
        </p:nvSpPr>
        <p:spPr>
          <a:xfrm>
            <a:off x="7542000" y="3429000"/>
            <a:ext cx="3917880" cy="297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immagine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Nome della struttura Organizzativa – Dipartimento, Scuola, Centro ecc.</a:t>
            </a:r>
            <a:endParaRPr lang="it-IT" sz="16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cxnSp>
        <p:nvCxnSpPr>
          <p:cNvPr id="23" name="Connettore dritto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840" y="6458400"/>
            <a:ext cx="11530080" cy="360"/>
          </a:xfrm>
          <a:prstGeom prst="straightConnector1">
            <a:avLst/>
          </a:prstGeom>
          <a:ln w="9525">
            <a:solidFill>
              <a:srgbClr val="FAFAFA">
                <a:lumMod val="50000"/>
              </a:srgbClr>
            </a:solidFill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a con due colonne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igura a mano libera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480"/>
            <a:ext cx="12237480" cy="682560"/>
          </a:xfrm>
          <a:custGeom>
            <a:avLst/>
            <a:gdLst>
              <a:gd name="textAreaLeft" fmla="*/ 0 w 12237480"/>
              <a:gd name="textAreaRight" fmla="*/ 12237840 w 12237480"/>
              <a:gd name="textAreaTop" fmla="*/ 0 h 682560"/>
              <a:gd name="textAreaBottom" fmla="*/ 682920 h 682560"/>
              <a:gd name="GluePoint1X" fmla="*/ 0 w 12237720"/>
              <a:gd name="GluePoint1Y" fmla="*/ 15240 h 6835952"/>
              <a:gd name="GluePoint2X" fmla="*/ 12237720 w 12237720"/>
              <a:gd name="GluePoint2Y" fmla="*/ 0 h 6835952"/>
              <a:gd name="GluePoint3X" fmla="*/ 12234892 w 12237720"/>
              <a:gd name="GluePoint3Y" fmla="*/ 6835952 h 6835952"/>
              <a:gd name="GluePoint4X" fmla="*/ 746760 w 12237720"/>
              <a:gd name="GluePoint4Y" fmla="*/ 6756832 h 6835952"/>
              <a:gd name="GluePoint5X" fmla="*/ 0 w 12237720"/>
              <a:gd name="GluePoint5Y" fmla="*/ 15240 h 68359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5" name="Immag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5040" y="185400"/>
            <a:ext cx="3323880" cy="21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 hasCustomPrompt="1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90000"/>
              </a:lnSpc>
              <a:buNone/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Titolo slide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 hasCustomPrompt="1"/>
          </p:nvPr>
        </p:nvSpPr>
        <p:spPr>
          <a:xfrm>
            <a:off x="731880" y="1413000"/>
            <a:ext cx="10728000" cy="12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immagine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 hasCustomPrompt="1"/>
          </p:nvPr>
        </p:nvSpPr>
        <p:spPr>
          <a:xfrm>
            <a:off x="731880" y="3429000"/>
            <a:ext cx="10728000" cy="2656800"/>
          </a:xfrm>
          <a:prstGeom prst="rect">
            <a:avLst/>
          </a:prstGeom>
          <a:noFill/>
          <a:ln w="0">
            <a:noFill/>
          </a:ln>
        </p:spPr>
        <p:txBody>
          <a:bodyPr numCol="2" spcCol="360000" lIns="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Fare clic per inserire il testo su due colonne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Nome della struttura Organizzativa – Dipartimento, Scuola, Centro ecc.</a:t>
            </a:r>
            <a:endParaRPr lang="it-IT" sz="16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cxnSp>
        <p:nvCxnSpPr>
          <p:cNvPr id="30" name="Connettore dritto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840" y="6458400"/>
            <a:ext cx="11530080" cy="360"/>
          </a:xfrm>
          <a:prstGeom prst="straightConnector1">
            <a:avLst/>
          </a:prstGeom>
          <a:ln w="9525">
            <a:solidFill>
              <a:srgbClr val="FAFAFA">
                <a:lumMod val="50000"/>
              </a:srgbClr>
            </a:solidFill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a con immagine grande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igura a mano libera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480"/>
            <a:ext cx="12237480" cy="682560"/>
          </a:xfrm>
          <a:custGeom>
            <a:avLst/>
            <a:gdLst>
              <a:gd name="textAreaLeft" fmla="*/ 0 w 12237480"/>
              <a:gd name="textAreaRight" fmla="*/ 12237840 w 12237480"/>
              <a:gd name="textAreaTop" fmla="*/ 0 h 682560"/>
              <a:gd name="textAreaBottom" fmla="*/ 682920 h 682560"/>
              <a:gd name="GluePoint1X" fmla="*/ 0 w 12237720"/>
              <a:gd name="GluePoint1Y" fmla="*/ 15240 h 6835952"/>
              <a:gd name="GluePoint2X" fmla="*/ 12237720 w 12237720"/>
              <a:gd name="GluePoint2Y" fmla="*/ 0 h 6835952"/>
              <a:gd name="GluePoint3X" fmla="*/ 12234892 w 12237720"/>
              <a:gd name="GluePoint3Y" fmla="*/ 6835952 h 6835952"/>
              <a:gd name="GluePoint4X" fmla="*/ 746760 w 12237720"/>
              <a:gd name="GluePoint4Y" fmla="*/ 6756832 h 6835952"/>
              <a:gd name="GluePoint5X" fmla="*/ 0 w 12237720"/>
              <a:gd name="GluePoint5Y" fmla="*/ 15240 h 68359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2" name="Immag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5040" y="185400"/>
            <a:ext cx="3323880" cy="21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itolo 10"/>
          <p:cNvSpPr/>
          <p:nvPr/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90000"/>
              </a:lnSpc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Titolo slide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731880" y="1429920"/>
            <a:ext cx="10728000" cy="293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tabLst>
                <a:tab pos="0" algn="l"/>
              </a:tabLst>
              <a:defRPr lang="it-IT" sz="18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defRPr>
            </a:lvl1pPr>
            <a:lvl2pPr lvl="1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55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55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it-IT" sz="18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18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457200" lvl="1" indent="-324000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 struttura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 struttura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 struttura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554400">
              <a:lnSpc>
                <a:spcPct val="12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 struttura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55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Sesto livello struttura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55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Settimo livello struttura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880" y="4589640"/>
            <a:ext cx="1072800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rial"/>
              </a:rPr>
              <a:t>Fare clic per modificare gli stili del testo dello schema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Nome della struttura Organizzativa – Dipartimento, Scuola, Centro ecc.</a:t>
            </a:r>
            <a:endParaRPr lang="it-IT" sz="16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cxnSp>
        <p:nvCxnSpPr>
          <p:cNvPr id="37" name="Connettore dritto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840" y="6458400"/>
            <a:ext cx="11530080" cy="360"/>
          </a:xfrm>
          <a:prstGeom prst="straightConnector1">
            <a:avLst/>
          </a:prstGeom>
          <a:ln w="9525">
            <a:solidFill>
              <a:srgbClr val="FAFAFA">
                <a:lumMod val="50000"/>
              </a:srgbClr>
            </a:solidFill>
          </a:ln>
        </p:spPr>
      </p:cxn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ue contenuti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igura a mano libera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480"/>
            <a:ext cx="12237480" cy="682560"/>
          </a:xfrm>
          <a:custGeom>
            <a:avLst/>
            <a:gdLst>
              <a:gd name="textAreaLeft" fmla="*/ 0 w 12237480"/>
              <a:gd name="textAreaRight" fmla="*/ 12237840 w 12237480"/>
              <a:gd name="textAreaTop" fmla="*/ 0 h 682560"/>
              <a:gd name="textAreaBottom" fmla="*/ 682920 h 682560"/>
              <a:gd name="GluePoint1X" fmla="*/ 0 w 12237720"/>
              <a:gd name="GluePoint1Y" fmla="*/ 15240 h 6835952"/>
              <a:gd name="GluePoint2X" fmla="*/ 12237720 w 12237720"/>
              <a:gd name="GluePoint2Y" fmla="*/ 0 h 6835952"/>
              <a:gd name="GluePoint3X" fmla="*/ 12234892 w 12237720"/>
              <a:gd name="GluePoint3Y" fmla="*/ 6835952 h 6835952"/>
              <a:gd name="GluePoint4X" fmla="*/ 746760 w 12237720"/>
              <a:gd name="GluePoint4Y" fmla="*/ 6756832 h 6835952"/>
              <a:gd name="GluePoint5X" fmla="*/ 0 w 12237720"/>
              <a:gd name="GluePoint5Y" fmla="*/ 15240 h 68359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9" name="Immag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5040" y="185400"/>
            <a:ext cx="3323880" cy="21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 hasCustomPrompt="1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90000"/>
              </a:lnSpc>
              <a:buNone/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Titolo slide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63200" y="141300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4572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marL="9144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marL="13716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marL="18288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Fare clic per modificare gli stili del testo dello schema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4572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9144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13716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18288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278400" y="141300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4572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marL="9144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marL="13716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marL="18288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Fare clic per modificare gli stili del testo dello schema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4572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9144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13716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18288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Nome della struttura Organizzativa – Dipartimento, Scuola, Centro ecc.</a:t>
            </a:r>
            <a:endParaRPr lang="it-IT" sz="16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cxnSp>
        <p:nvCxnSpPr>
          <p:cNvPr id="44" name="Connettore dritto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840" y="6458400"/>
            <a:ext cx="11530080" cy="360"/>
          </a:xfrm>
          <a:prstGeom prst="straightConnector1">
            <a:avLst/>
          </a:prstGeom>
          <a:ln w="9525">
            <a:solidFill>
              <a:srgbClr val="FAFAFA">
                <a:lumMod val="50000"/>
              </a:srgbClr>
            </a:solidFill>
          </a:ln>
        </p:spPr>
      </p:cxn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igura a mano libera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480"/>
            <a:ext cx="12237480" cy="682560"/>
          </a:xfrm>
          <a:custGeom>
            <a:avLst/>
            <a:gdLst>
              <a:gd name="textAreaLeft" fmla="*/ 0 w 12237480"/>
              <a:gd name="textAreaRight" fmla="*/ 12237840 w 12237480"/>
              <a:gd name="textAreaTop" fmla="*/ 0 h 682560"/>
              <a:gd name="textAreaBottom" fmla="*/ 682920 h 682560"/>
              <a:gd name="GluePoint1X" fmla="*/ 0 w 12237720"/>
              <a:gd name="GluePoint1Y" fmla="*/ 15240 h 6835952"/>
              <a:gd name="GluePoint2X" fmla="*/ 12237720 w 12237720"/>
              <a:gd name="GluePoint2Y" fmla="*/ 0 h 6835952"/>
              <a:gd name="GluePoint3X" fmla="*/ 12234892 w 12237720"/>
              <a:gd name="GluePoint3Y" fmla="*/ 6835952 h 6835952"/>
              <a:gd name="GluePoint4X" fmla="*/ 746760 w 12237720"/>
              <a:gd name="GluePoint4Y" fmla="*/ 6756832 h 6835952"/>
              <a:gd name="GluePoint5X" fmla="*/ 0 w 12237720"/>
              <a:gd name="GluePoint5Y" fmla="*/ 15240 h 68359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6" name="Immag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5040" y="185400"/>
            <a:ext cx="3323880" cy="21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 hasCustomPrompt="1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90000"/>
              </a:lnSpc>
              <a:buNone/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Titolo slide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31880" y="14130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Fare clic per modificare gli stili del testo dello schema</a:t>
            </a:r>
            <a:endParaRPr lang="it-IT" sz="2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731880" y="223668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4572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marL="9144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marL="13716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marL="18288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Fare clic per modificare gli stili del testo dello schema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4572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9144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13716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18288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6276960" y="14130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Fare clic per modificare gli stili del testo dello schema</a:t>
            </a:r>
            <a:endParaRPr lang="it-IT" sz="2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276960" y="223668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4572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marL="9144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marL="13716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marL="18288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Fare clic per modificare gli stili del testo dello schema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4572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9144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13716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  <a:p>
            <a:pPr marL="1828800" indent="0" algn="l" defTabSz="91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body" hasCustomPrompt="1"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Nome della struttura Organizzativa – Dipartimento, Scuola, Centro ecc.</a:t>
            </a:r>
            <a:endParaRPr lang="it-IT" sz="16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cxnSp>
        <p:nvCxnSpPr>
          <p:cNvPr id="53" name="Connettore dritto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840" y="6458400"/>
            <a:ext cx="11530080" cy="360"/>
          </a:xfrm>
          <a:prstGeom prst="straightConnector1">
            <a:avLst/>
          </a:prstGeom>
          <a:ln w="9525">
            <a:solidFill>
              <a:srgbClr val="FAFAFA">
                <a:lumMod val="50000"/>
              </a:srgbClr>
            </a:solidFill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iapositiva neutra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igura a mano libera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480"/>
            <a:ext cx="12237480" cy="682560"/>
          </a:xfrm>
          <a:custGeom>
            <a:avLst/>
            <a:gdLst>
              <a:gd name="textAreaLeft" fmla="*/ 0 w 12237480"/>
              <a:gd name="textAreaRight" fmla="*/ 12237840 w 12237480"/>
              <a:gd name="textAreaTop" fmla="*/ 0 h 682560"/>
              <a:gd name="textAreaBottom" fmla="*/ 682920 h 682560"/>
              <a:gd name="GluePoint1X" fmla="*/ 0 w 12237720"/>
              <a:gd name="GluePoint1Y" fmla="*/ 15240 h 6835952"/>
              <a:gd name="GluePoint2X" fmla="*/ 12237720 w 12237720"/>
              <a:gd name="GluePoint2Y" fmla="*/ 0 h 6835952"/>
              <a:gd name="GluePoint3X" fmla="*/ 12234892 w 12237720"/>
              <a:gd name="GluePoint3Y" fmla="*/ 6835952 h 6835952"/>
              <a:gd name="GluePoint4X" fmla="*/ 746760 w 12237720"/>
              <a:gd name="GluePoint4Y" fmla="*/ 6756832 h 6835952"/>
              <a:gd name="GluePoint5X" fmla="*/ 0 w 12237720"/>
              <a:gd name="GluePoint5Y" fmla="*/ 15240 h 68359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66" name="Immag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5040" y="185400"/>
            <a:ext cx="3323880" cy="21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90000"/>
              </a:lnSpc>
              <a:buNone/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Titolo slide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lstStyle>
            <a:lvl1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Nome della struttura Organizzativa – Dipartimento, Scuola, Centro ecc.</a:t>
            </a:r>
            <a:endParaRPr lang="it-IT" sz="16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cxnSp>
        <p:nvCxnSpPr>
          <p:cNvPr id="69" name="Connettore dritto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840" y="6458400"/>
            <a:ext cx="11530080" cy="360"/>
          </a:xfrm>
          <a:prstGeom prst="straightConnector1">
            <a:avLst/>
          </a:prstGeom>
          <a:ln w="9525">
            <a:solidFill>
              <a:srgbClr val="FAFAFA">
                <a:lumMod val="50000"/>
              </a:srgbClr>
            </a:solidFill>
          </a:ln>
        </p:spPr>
      </p:cxn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ppo atertura e chiusura">
    <p:bg>
      <p:bgPr>
        <a:gradFill rotWithShape="0">
          <a:gsLst>
            <a:gs pos="0">
              <a:srgbClr val="C00000"/>
            </a:gs>
            <a:gs pos="50000">
              <a:srgbClr val="C00100"/>
            </a:gs>
            <a:gs pos="100000">
              <a:srgbClr val="C00000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tangolo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5" name="Immagine 3" descr="Dipartimento di Scienze cardio-toraco-vascolari e Sanità pubblica"/>
          <p:cNvPicPr/>
          <p:nvPr/>
        </p:nvPicPr>
        <p:blipFill>
          <a:blip r:embed="rId2"/>
          <a:stretch/>
        </p:blipFill>
        <p:spPr>
          <a:xfrm>
            <a:off x="2481480" y="2634840"/>
            <a:ext cx="7826400" cy="1727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presentazione">
    <p:bg>
      <p:bgPr>
        <a:gradFill rotWithShape="0">
          <a:gsLst>
            <a:gs pos="0">
              <a:srgbClr val="C00000"/>
            </a:gs>
            <a:gs pos="50000">
              <a:srgbClr val="C00100"/>
            </a:gs>
            <a:gs pos="100000">
              <a:srgbClr val="C00000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tangolo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57" name="Immagine 2" descr="Dipartimento di Scienze cardio-toraco-vascolari e Sanità pubblica"/>
          <p:cNvPicPr/>
          <p:nvPr/>
        </p:nvPicPr>
        <p:blipFill>
          <a:blip r:embed="rId2"/>
          <a:stretch/>
        </p:blipFill>
        <p:spPr>
          <a:xfrm>
            <a:off x="2490840" y="964800"/>
            <a:ext cx="7826400" cy="172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 hasCustomPrompt="1"/>
          </p:nvPr>
        </p:nvSpPr>
        <p:spPr>
          <a:xfrm>
            <a:off x="1547640" y="3454560"/>
            <a:ext cx="9096480" cy="128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it-IT" sz="40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it-IT" sz="4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Titolo della presentazione</a:t>
            </a:r>
            <a:endParaRPr lang="it-IT" sz="4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 hasCustomPrompt="1"/>
          </p:nvPr>
        </p:nvSpPr>
        <p:spPr>
          <a:xfrm>
            <a:off x="1547640" y="5135040"/>
            <a:ext cx="9096480" cy="75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5544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5544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Sottotitolo della presentazione</a:t>
            </a:r>
            <a:endParaRPr lang="it-IT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ver presentazione">
    <p:bg>
      <p:bgPr>
        <a:gradFill rotWithShape="0">
          <a:gsLst>
            <a:gs pos="0">
              <a:srgbClr val="C00000"/>
            </a:gs>
            <a:gs pos="50000">
              <a:srgbClr val="C00100"/>
            </a:gs>
            <a:gs pos="100000">
              <a:srgbClr val="C00000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tangolo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 hasCustomPrompt="1"/>
          </p:nvPr>
        </p:nvSpPr>
        <p:spPr>
          <a:xfrm>
            <a:off x="2401200" y="2666160"/>
            <a:ext cx="7404480" cy="1023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it-IT" sz="66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it-IT" sz="6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Ringraziamenti</a:t>
            </a:r>
            <a:endParaRPr lang="it-IT" sz="6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 hasCustomPrompt="1"/>
          </p:nvPr>
        </p:nvSpPr>
        <p:spPr>
          <a:xfrm>
            <a:off x="2401200" y="4534200"/>
            <a:ext cx="7404480" cy="166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5544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5544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Contatti</a:t>
            </a:r>
            <a:endParaRPr lang="it-IT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63" name="Immagin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2401200" y="329400"/>
            <a:ext cx="3323880" cy="215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4" name="Connettore dritto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400840" y="858960"/>
            <a:ext cx="11530080" cy="360"/>
          </a:xfrm>
          <a:prstGeom prst="straightConnector1">
            <a:avLst/>
          </a:prstGeom>
          <a:ln w="9525">
            <a:solidFill>
              <a:srgbClr val="FAFAFA"/>
            </a:solidFill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  <p:sldLayoutId id="2147483660" r:id="rId3"/>
    <p:sldLayoutId id="214748366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 hasCustomPrompt="1"/>
          </p:nvPr>
        </p:nvSpPr>
        <p:spPr>
          <a:xfrm>
            <a:off x="1547640" y="3454560"/>
            <a:ext cx="9096480" cy="128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</a:pPr>
            <a:endParaRPr lang="it-IT" sz="4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hasCustomPrompt="1"/>
          </p:nvPr>
        </p:nvSpPr>
        <p:spPr>
          <a:xfrm>
            <a:off x="1547640" y="5135040"/>
            <a:ext cx="9096480" cy="75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5544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it-IT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 hasCustomPrompt="1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Noto Sans CJK SC"/>
              </a:rPr>
              <a:t>Problem framework (</a:t>
            </a: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CRISPRa PerturbSeq)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hasCustomPrompt="1"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D-SPIN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oNMF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Programs to networks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CRISPRa PerturbSeq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Norman et al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D-SPIN RUN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PROGRAMS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CORRELATIONS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NORMAN COMPARE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DIRECTIONAL NETWORK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680000" y="0"/>
            <a:ext cx="71820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CONCLUSIONS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6480720"/>
            <a:ext cx="11459880" cy="376920"/>
          </a:xfrm>
          <a:prstGeom prst="rect">
            <a:avLst/>
          </a:prstGeom>
          <a:noFill/>
          <a:ln w="0">
            <a:noFill/>
          </a:ln>
        </p:spPr>
        <p:txBody>
          <a:bodyPr lIns="828000" tIns="45720" rIns="91440" bIns="45720" anchor="t">
            <a:noAutofit/>
          </a:bodyPr>
          <a:p>
            <a:pPr indent="0" algn="l" defTabSz="554400">
              <a:lnSpc>
                <a:spcPct val="12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1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Arial"/>
              </a:rPr>
              <a:t>Master in Analisi di Dati Omici - Dipartimento di Scienze Cardio-Toraco-Vascolari e Sanità Pubblica - Unità di Biostatistica, Epidemiologia e Sanità Pubblica</a:t>
            </a:r>
            <a:endParaRPr lang="it-IT" sz="10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-1513080"/>
            <a:ext cx="10515240" cy="39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it-IT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ptos"/>
              </a:rPr>
              <a:t>Università di Padova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UNIPD">
      <a:dk1>
        <a:srgbClr val="393D3F"/>
      </a:dk1>
      <a:lt1>
        <a:srgbClr val="FAFAFA"/>
      </a:lt1>
      <a:dk2>
        <a:srgbClr val="2D3531"/>
      </a:dk2>
      <a:lt2>
        <a:srgbClr val="E8E8E8"/>
      </a:lt2>
      <a:accent1>
        <a:srgbClr val="AA0004"/>
      </a:accent1>
      <a:accent2>
        <a:srgbClr val="850205"/>
      </a:accent2>
      <a:accent3>
        <a:srgbClr val="7D8CA3"/>
      </a:accent3>
      <a:accent4>
        <a:srgbClr val="9CCBBA"/>
      </a:accent4>
      <a:accent5>
        <a:srgbClr val="9C858D"/>
      </a:accent5>
      <a:accent6>
        <a:srgbClr val="535643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i Office">
  <a:themeElements>
    <a:clrScheme name="UNIPD">
      <a:dk1>
        <a:srgbClr val="393D3F"/>
      </a:dk1>
      <a:lt1>
        <a:srgbClr val="FAFAFA"/>
      </a:lt1>
      <a:dk2>
        <a:srgbClr val="2D3531"/>
      </a:dk2>
      <a:lt2>
        <a:srgbClr val="E8E8E8"/>
      </a:lt2>
      <a:accent1>
        <a:srgbClr val="AA0004"/>
      </a:accent1>
      <a:accent2>
        <a:srgbClr val="850205"/>
      </a:accent2>
      <a:accent3>
        <a:srgbClr val="7D8CA3"/>
      </a:accent3>
      <a:accent4>
        <a:srgbClr val="9CCBBA"/>
      </a:accent4>
      <a:accent5>
        <a:srgbClr val="9C858D"/>
      </a:accent5>
      <a:accent6>
        <a:srgbClr val="535643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LibreOffice/26.2.4.2$Linux_X86_64 LibreOffice_project/0229ac93fcf0d7cbc6376066c6f35021cef002dc</Application>
  <AppVersion>15.0000</AppVersion>
  <Words>163</Words>
  <Paragraphs>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2025-11-24T07:42:24Z</dcterms:created>
  <dc:creator>Università di Padova</dc:creator>
  <dc:description/>
  <dc:language>it-IT</dc:language>
  <cp:lastModifiedBy/>
  <cp:lastPrinted>2026-01-16T08:30:39Z</cp:lastPrinted>
  <dcterms:modified xsi:type="dcterms:W3CDTF">2026-09-23T17:27:01Z</dcterms:modified>
  <cp:revision>52</cp:revision>
  <dc:subject/>
  <dc:title>Università di Padova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3</vt:i4>
  </property>
</Properties>
</file>